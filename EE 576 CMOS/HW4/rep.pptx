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4" d="100"/>
          <a:sy n="104" d="100"/>
        </p:scale>
        <p:origin x="114" y="33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9301E4-3232-429D-A4E5-9736F86446A8}" type="datetimeFigureOut">
              <a:rPr lang="en-US" smtClean="0"/>
              <a:t>10/31/2018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A0D3BC-D19F-4CBD-9818-B6AE0DFEC4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83825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9301E4-3232-429D-A4E5-9736F86446A8}" type="datetimeFigureOut">
              <a:rPr lang="en-US" smtClean="0"/>
              <a:t>10/31/2018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A0D3BC-D19F-4CBD-9818-B6AE0DFEC4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467816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9301E4-3232-429D-A4E5-9736F86446A8}" type="datetimeFigureOut">
              <a:rPr lang="en-US" smtClean="0"/>
              <a:t>10/31/2018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A0D3BC-D19F-4CBD-9818-B6AE0DFEC4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98950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9301E4-3232-429D-A4E5-9736F86446A8}" type="datetimeFigureOut">
              <a:rPr lang="en-US" smtClean="0"/>
              <a:t>10/31/2018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A0D3BC-D19F-4CBD-9818-B6AE0DFEC4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423601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9301E4-3232-429D-A4E5-9736F86446A8}" type="datetimeFigureOut">
              <a:rPr lang="en-US" smtClean="0"/>
              <a:t>10/31/2018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A0D3BC-D19F-4CBD-9818-B6AE0DFEC4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719595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9301E4-3232-429D-A4E5-9736F86446A8}" type="datetimeFigureOut">
              <a:rPr lang="en-US" smtClean="0"/>
              <a:t>10/31/2018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A0D3BC-D19F-4CBD-9818-B6AE0DFEC4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57265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9301E4-3232-429D-A4E5-9736F86446A8}" type="datetimeFigureOut">
              <a:rPr lang="en-US" smtClean="0"/>
              <a:t>10/31/2018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A0D3BC-D19F-4CBD-9818-B6AE0DFEC4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673202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9301E4-3232-429D-A4E5-9736F86446A8}" type="datetimeFigureOut">
              <a:rPr lang="en-US" smtClean="0"/>
              <a:t>10/31/2018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A0D3BC-D19F-4CBD-9818-B6AE0DFEC4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174744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9301E4-3232-429D-A4E5-9736F86446A8}" type="datetimeFigureOut">
              <a:rPr lang="en-US" smtClean="0"/>
              <a:t>10/31/2018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A0D3BC-D19F-4CBD-9818-B6AE0DFEC4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639556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9301E4-3232-429D-A4E5-9736F86446A8}" type="datetimeFigureOut">
              <a:rPr lang="en-US" smtClean="0"/>
              <a:t>10/31/2018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A0D3BC-D19F-4CBD-9818-B6AE0DFEC4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384737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9301E4-3232-429D-A4E5-9736F86446A8}" type="datetimeFigureOut">
              <a:rPr lang="en-US" smtClean="0"/>
              <a:t>10/31/2018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A0D3BC-D19F-4CBD-9818-B6AE0DFEC4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366786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99301E4-3232-429D-A4E5-9736F86446A8}" type="datetimeFigureOut">
              <a:rPr lang="en-US" smtClean="0"/>
              <a:t>10/31/2018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7A0D3BC-D19F-4CBD-9818-B6AE0DFEC4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412414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" name="Group 20"/>
          <p:cNvGrpSpPr/>
          <p:nvPr/>
        </p:nvGrpSpPr>
        <p:grpSpPr>
          <a:xfrm>
            <a:off x="2250186" y="2428233"/>
            <a:ext cx="5185087" cy="3163139"/>
            <a:chOff x="2250187" y="1210154"/>
            <a:chExt cx="7691626" cy="4397658"/>
          </a:xfrm>
        </p:grpSpPr>
        <p:pic>
          <p:nvPicPr>
            <p:cNvPr id="4" name="Picture 3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250187" y="1539600"/>
              <a:ext cx="7691626" cy="3778800"/>
            </a:xfrm>
            <a:prstGeom prst="rect">
              <a:avLst/>
            </a:prstGeom>
          </p:spPr>
        </p:pic>
        <p:sp>
          <p:nvSpPr>
            <p:cNvPr id="5" name="TextBox 4"/>
            <p:cNvSpPr txBox="1"/>
            <p:nvPr/>
          </p:nvSpPr>
          <p:spPr>
            <a:xfrm>
              <a:off x="5529981" y="3613961"/>
              <a:ext cx="635674" cy="51347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b="1" dirty="0" err="1" smtClean="0">
                  <a:solidFill>
                    <a:srgbClr val="0000FF"/>
                  </a:solidFill>
                </a:rPr>
                <a:t>Vx</a:t>
              </a:r>
              <a:endParaRPr lang="en-US" b="1" dirty="0">
                <a:solidFill>
                  <a:srgbClr val="0000FF"/>
                </a:solidFill>
              </a:endParaRPr>
            </a:p>
          </p:txBody>
        </p:sp>
        <p:sp>
          <p:nvSpPr>
            <p:cNvPr id="6" name="TextBox 5"/>
            <p:cNvSpPr txBox="1"/>
            <p:nvPr/>
          </p:nvSpPr>
          <p:spPr>
            <a:xfrm>
              <a:off x="5250116" y="2062798"/>
              <a:ext cx="730798" cy="4706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600" dirty="0" smtClean="0"/>
                <a:t>RD</a:t>
              </a:r>
              <a:endParaRPr lang="en-US" sz="1100" dirty="0"/>
            </a:p>
          </p:txBody>
        </p:sp>
        <p:sp>
          <p:nvSpPr>
            <p:cNvPr id="7" name="TextBox 6"/>
            <p:cNvSpPr txBox="1"/>
            <p:nvPr/>
          </p:nvSpPr>
          <p:spPr>
            <a:xfrm>
              <a:off x="6328458" y="2064195"/>
              <a:ext cx="728633" cy="4706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600" dirty="0" smtClean="0"/>
                <a:t>RD</a:t>
              </a:r>
              <a:endParaRPr lang="en-US" sz="1100" dirty="0"/>
            </a:p>
          </p:txBody>
        </p:sp>
        <p:sp>
          <p:nvSpPr>
            <p:cNvPr id="8" name="TextBox 7"/>
            <p:cNvSpPr txBox="1"/>
            <p:nvPr/>
          </p:nvSpPr>
          <p:spPr>
            <a:xfrm>
              <a:off x="3786395" y="1210154"/>
              <a:ext cx="847288" cy="4278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dirty="0" smtClean="0"/>
                <a:t>VDD</a:t>
              </a:r>
              <a:endParaRPr lang="en-US" sz="1050" dirty="0"/>
            </a:p>
          </p:txBody>
        </p:sp>
        <p:cxnSp>
          <p:nvCxnSpPr>
            <p:cNvPr id="10" name="Straight Connector 9"/>
            <p:cNvCxnSpPr/>
            <p:nvPr/>
          </p:nvCxnSpPr>
          <p:spPr>
            <a:xfrm>
              <a:off x="6188364" y="1403927"/>
              <a:ext cx="7776" cy="4145319"/>
            </a:xfrm>
            <a:prstGeom prst="line">
              <a:avLst/>
            </a:prstGeom>
            <a:ln w="34925">
              <a:solidFill>
                <a:srgbClr val="FF0000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5" name="TextBox 14"/>
            <p:cNvSpPr txBox="1"/>
            <p:nvPr/>
          </p:nvSpPr>
          <p:spPr>
            <a:xfrm>
              <a:off x="7513267" y="1210154"/>
              <a:ext cx="847288" cy="4278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dirty="0" smtClean="0"/>
                <a:t>VDD</a:t>
              </a:r>
              <a:endParaRPr lang="en-US" sz="1050" dirty="0"/>
            </a:p>
          </p:txBody>
        </p:sp>
        <p:sp>
          <p:nvSpPr>
            <p:cNvPr id="16" name="TextBox 15"/>
            <p:cNvSpPr txBox="1"/>
            <p:nvPr/>
          </p:nvSpPr>
          <p:spPr>
            <a:xfrm>
              <a:off x="7891953" y="5172364"/>
              <a:ext cx="1378494" cy="4278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dirty="0" smtClean="0"/>
                <a:t>Right Half</a:t>
              </a:r>
              <a:endParaRPr lang="en-US" sz="1400" dirty="0"/>
            </a:p>
          </p:txBody>
        </p:sp>
        <p:sp>
          <p:nvSpPr>
            <p:cNvPr id="17" name="TextBox 16"/>
            <p:cNvSpPr txBox="1"/>
            <p:nvPr/>
          </p:nvSpPr>
          <p:spPr>
            <a:xfrm>
              <a:off x="3437058" y="5179915"/>
              <a:ext cx="1196623" cy="4278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dirty="0" smtClean="0"/>
                <a:t>Left Half</a:t>
              </a:r>
              <a:endParaRPr lang="en-US" sz="1400" dirty="0"/>
            </a:p>
          </p:txBody>
        </p:sp>
      </p:grpSp>
    </p:spTree>
    <p:extLst>
      <p:ext uri="{BB962C8B-B14F-4D97-AF65-F5344CB8AC3E}">
        <p14:creationId xmlns:p14="http://schemas.microsoft.com/office/powerpoint/2010/main" val="381529741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227</TotalTime>
  <Words>9</Words>
  <Application>Microsoft Office PowerPoint</Application>
  <PresentationFormat>Widescreen</PresentationFormat>
  <Paragraphs>7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Mohammad Chahardori</dc:creator>
  <cp:lastModifiedBy>Mohammad Chahardori</cp:lastModifiedBy>
  <cp:revision>3</cp:revision>
  <dcterms:created xsi:type="dcterms:W3CDTF">2018-10-31T22:26:48Z</dcterms:created>
  <dcterms:modified xsi:type="dcterms:W3CDTF">2018-11-01T02:14:36Z</dcterms:modified>
</cp:coreProperties>
</file>